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9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8A9F-101B-40E1-839C-246E154B9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5400" b="1" dirty="0"/>
              <a:t>Blossom Beauty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D1F38-2C1D-94D7-567E-5CA45CA01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Web Application</a:t>
            </a:r>
            <a:endParaRPr lang="en-US" sz="3200" b="1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15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F3404-037A-B17C-364B-276FAA83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C06F-79C2-98D4-AB08-1C61A4BF1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" y="2638044"/>
            <a:ext cx="12058650" cy="4067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Blossom Beauty is a cosmetic web application designed to provide users with a personalized and seamless online beauty shopping experience.</a:t>
            </a:r>
            <a:br>
              <a:rPr lang="en-US" sz="2800" dirty="0"/>
            </a:br>
            <a:r>
              <a:rPr lang="en-US" sz="2800" dirty="0"/>
              <a:t>The platform allows users to browse products, manage cart ,order products and receive product recommendations based on their skin or hair concerns. Implemented admin dashboard to manage products and orders.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8292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F675-3C1D-2B5F-79D6-87E0E011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90500"/>
            <a:ext cx="7729728" cy="1188720"/>
          </a:xfrm>
        </p:spPr>
        <p:txBody>
          <a:bodyPr>
            <a:normAutofit/>
          </a:bodyPr>
          <a:lstStyle/>
          <a:p>
            <a:r>
              <a:rPr lang="en-IN" sz="4000" b="1" dirty="0"/>
              <a:t>Users and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770AE-1CE6-3C47-7823-42707AA6E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19250"/>
            <a:ext cx="11887200" cy="5048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Users</a:t>
            </a:r>
          </a:p>
          <a:p>
            <a:pPr marL="0" indent="0">
              <a:buNone/>
            </a:pPr>
            <a:r>
              <a:rPr lang="en-IN" dirty="0"/>
              <a:t>User</a:t>
            </a:r>
          </a:p>
          <a:p>
            <a:pPr marL="0" indent="0">
              <a:buNone/>
            </a:pPr>
            <a:r>
              <a:rPr lang="en-IN" dirty="0"/>
              <a:t>Admin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dirty="0"/>
              <a:t>User Use Cases</a:t>
            </a:r>
          </a:p>
          <a:p>
            <a:r>
              <a:rPr lang="en-IN" dirty="0"/>
              <a:t>Register and login</a:t>
            </a:r>
          </a:p>
          <a:p>
            <a:r>
              <a:rPr lang="en-IN" dirty="0"/>
              <a:t>Browse products</a:t>
            </a:r>
          </a:p>
          <a:p>
            <a:r>
              <a:rPr lang="en-IN" dirty="0"/>
              <a:t>Search products</a:t>
            </a:r>
          </a:p>
          <a:p>
            <a:r>
              <a:rPr lang="en-US" dirty="0"/>
              <a:t>Receive personalized product recommendations based on user concern</a:t>
            </a:r>
            <a:endParaRPr lang="en-IN" dirty="0"/>
          </a:p>
          <a:p>
            <a:r>
              <a:rPr lang="en-IN" dirty="0"/>
              <a:t>Add products to cart and apply discount</a:t>
            </a:r>
          </a:p>
          <a:p>
            <a:r>
              <a:rPr lang="en-US" dirty="0"/>
              <a:t>Place orders and view order history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1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F0595-1F3A-9385-A741-BDDF3E83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38250"/>
            <a:ext cx="11087100" cy="3314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Admin Use Cases</a:t>
            </a:r>
          </a:p>
          <a:p>
            <a:r>
              <a:rPr lang="en-IN" sz="2400" dirty="0"/>
              <a:t>Admin login</a:t>
            </a:r>
          </a:p>
          <a:p>
            <a:r>
              <a:rPr lang="en-IN" sz="2400" dirty="0"/>
              <a:t>Manage products </a:t>
            </a:r>
          </a:p>
          <a:p>
            <a:r>
              <a:rPr lang="en-IN" sz="2400" dirty="0"/>
              <a:t>Manage and view orders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02391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820B-D5B5-32E7-7987-A2CAA92A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1188720"/>
          </a:xfrm>
        </p:spPr>
        <p:txBody>
          <a:bodyPr>
            <a:normAutofit/>
          </a:bodyPr>
          <a:lstStyle/>
          <a:p>
            <a:r>
              <a:rPr lang="en-IN" sz="4000" b="1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A667A-3D99-A0F2-BDFC-FF36F8E1E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981200"/>
            <a:ext cx="11715750" cy="4353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Blossom Beauty follows a microservices-based architecture.</a:t>
            </a:r>
            <a:br>
              <a:rPr lang="en-US" sz="2400" dirty="0"/>
            </a:br>
            <a:r>
              <a:rPr lang="en-US" sz="2400" dirty="0"/>
              <a:t>The frontend is developed using React with Redux Toolkit for efficient state management.</a:t>
            </a:r>
            <a:br>
              <a:rPr lang="en-US" sz="2400" dirty="0"/>
            </a:br>
            <a:r>
              <a:rPr lang="en-US" sz="2400" dirty="0"/>
              <a:t>Backend services are implemented using Java (Spring Boot) and for storing the data we have used the MySQL.</a:t>
            </a:r>
          </a:p>
          <a:p>
            <a:r>
              <a:rPr lang="en-IN" sz="2400" dirty="0"/>
              <a:t>User Service</a:t>
            </a:r>
          </a:p>
          <a:p>
            <a:r>
              <a:rPr lang="en-IN" sz="2400" dirty="0"/>
              <a:t>Product Service</a:t>
            </a:r>
          </a:p>
          <a:p>
            <a:r>
              <a:rPr lang="en-IN" sz="2400" dirty="0"/>
              <a:t>Cart Service</a:t>
            </a:r>
          </a:p>
          <a:p>
            <a:r>
              <a:rPr lang="en-IN" sz="2400" dirty="0"/>
              <a:t>Order Service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586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32C32-9579-F0EA-32F2-367ACA3B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397" y="246184"/>
            <a:ext cx="7729728" cy="504856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Architecture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6D62F92-01D0-0D2C-4B61-8B97033AB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914400"/>
            <a:ext cx="11101753" cy="5697415"/>
          </a:xfrm>
        </p:spPr>
      </p:pic>
    </p:spTree>
    <p:extLst>
      <p:ext uri="{BB962C8B-B14F-4D97-AF65-F5344CB8AC3E}">
        <p14:creationId xmlns:p14="http://schemas.microsoft.com/office/powerpoint/2010/main" val="206190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4760-086A-1C1B-5E31-9639D195C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05" y="366815"/>
            <a:ext cx="7729728" cy="442077"/>
          </a:xfrm>
        </p:spPr>
        <p:txBody>
          <a:bodyPr>
            <a:normAutofit fontScale="90000"/>
          </a:bodyPr>
          <a:lstStyle/>
          <a:p>
            <a:r>
              <a:rPr lang="en-US" dirty="0"/>
              <a:t>Frontend Architecture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48E896-615A-59BA-C512-2E610D4E4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370" y="937846"/>
            <a:ext cx="11043138" cy="5814645"/>
          </a:xfrm>
        </p:spPr>
      </p:pic>
    </p:spTree>
    <p:extLst>
      <p:ext uri="{BB962C8B-B14F-4D97-AF65-F5344CB8AC3E}">
        <p14:creationId xmlns:p14="http://schemas.microsoft.com/office/powerpoint/2010/main" val="91966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62CBA-1529-F1CE-8760-9E4FF5E5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182" y="281354"/>
            <a:ext cx="7729728" cy="523904"/>
          </a:xfrm>
        </p:spPr>
        <p:txBody>
          <a:bodyPr>
            <a:normAutofit fontScale="90000"/>
          </a:bodyPr>
          <a:lstStyle/>
          <a:p>
            <a:r>
              <a:rPr lang="en-US" dirty="0"/>
              <a:t>Backend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1382B4-7DB5-1F77-74F7-22BC8A6A6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5" y="890954"/>
            <a:ext cx="11652739" cy="5967045"/>
          </a:xfrm>
        </p:spPr>
      </p:pic>
    </p:spTree>
    <p:extLst>
      <p:ext uri="{BB962C8B-B14F-4D97-AF65-F5344CB8AC3E}">
        <p14:creationId xmlns:p14="http://schemas.microsoft.com/office/powerpoint/2010/main" val="426456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066D-6323-88E3-2BC3-AB6297A2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/>
              <a:t>Role and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AE006-E980-827D-DA08-26768BBDC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Worked on Database design</a:t>
            </a:r>
          </a:p>
          <a:p>
            <a:r>
              <a:rPr lang="en-US" sz="2400" dirty="0"/>
              <a:t>Worked on backend services using Java(Spring Boot)</a:t>
            </a:r>
          </a:p>
          <a:p>
            <a:r>
              <a:rPr lang="en-US" sz="2400" dirty="0"/>
              <a:t>Developed frontend UI using React and Redux Toolkit</a:t>
            </a:r>
          </a:p>
          <a:p>
            <a:r>
              <a:rPr lang="en-US" sz="2400" dirty="0"/>
              <a:t>Implemented state management and API integration</a:t>
            </a:r>
          </a:p>
          <a:p>
            <a:r>
              <a:rPr lang="en-US" sz="2400" dirty="0"/>
              <a:t>Contributed in database design and testing</a:t>
            </a:r>
          </a:p>
          <a:p>
            <a:r>
              <a:rPr lang="en-US" sz="2400" dirty="0"/>
              <a:t>Debugged and resolved integration issues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23670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63DC-D1CD-0DC6-E4B6-B38F3B45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596" y="155274"/>
            <a:ext cx="7729728" cy="462635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3028B-6B32-194F-A967-8EFB870A7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43" y="1033531"/>
            <a:ext cx="11967713" cy="5669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 .Requirement Analysis</a:t>
            </a:r>
          </a:p>
          <a:p>
            <a:pPr marL="0" indent="0">
              <a:buNone/>
            </a:pPr>
            <a:r>
              <a:rPr lang="en-IN" dirty="0"/>
              <a:t>Admin </a:t>
            </a:r>
          </a:p>
          <a:p>
            <a:pPr marL="0" indent="0">
              <a:buNone/>
            </a:pPr>
            <a:r>
              <a:rPr lang="en-IN" dirty="0"/>
              <a:t>Customers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US" dirty="0"/>
              <a:t>Functional requirements were identified and documented in the Software</a:t>
            </a:r>
          </a:p>
          <a:p>
            <a:pPr marL="0" indent="0">
              <a:buNone/>
            </a:pPr>
            <a:r>
              <a:rPr lang="en-US" dirty="0"/>
              <a:t>Requirement Specification (SRS). System scope, modules, and user roles were clearly defined.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2 . System Design</a:t>
            </a:r>
          </a:p>
          <a:p>
            <a:pPr marL="0" indent="0">
              <a:buNone/>
            </a:pPr>
            <a:r>
              <a:rPr lang="en-US" dirty="0"/>
              <a:t>The overall system architecture was designed.</a:t>
            </a:r>
          </a:p>
          <a:p>
            <a:pPr marL="0" indent="0">
              <a:buNone/>
            </a:pPr>
            <a:r>
              <a:rPr lang="en-US" dirty="0"/>
              <a:t>Use-case diagrams were created for:</a:t>
            </a:r>
          </a:p>
          <a:p>
            <a:pPr marL="0" indent="0">
              <a:buNone/>
            </a:pPr>
            <a:r>
              <a:rPr lang="en-US" dirty="0"/>
              <a:t>Admin</a:t>
            </a:r>
          </a:p>
          <a:p>
            <a:pPr marL="0" indent="0">
              <a:buNone/>
            </a:pPr>
            <a:r>
              <a:rPr lang="en-US" dirty="0"/>
              <a:t>Customer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Database design and UI flow were planned to ensure smooth interaction</a:t>
            </a:r>
          </a:p>
          <a:p>
            <a:pPr marL="0" indent="0">
              <a:buNone/>
            </a:pPr>
            <a:r>
              <a:rPr lang="en-US" dirty="0"/>
              <a:t>between modules.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67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3F3E3-8C2E-46DC-E01A-E443D7E4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189781"/>
            <a:ext cx="11559395" cy="6349042"/>
          </a:xfrm>
        </p:spPr>
        <p:txBody>
          <a:bodyPr/>
          <a:lstStyle/>
          <a:p>
            <a:r>
              <a:rPr lang="en-IN" b="1" dirty="0"/>
              <a:t>3. Development</a:t>
            </a:r>
          </a:p>
          <a:p>
            <a:r>
              <a:rPr lang="en-IN" dirty="0"/>
              <a:t>We have used microservices  for dividing the application into independent modules.</a:t>
            </a:r>
          </a:p>
          <a:p>
            <a:r>
              <a:rPr lang="en-IN" dirty="0"/>
              <a:t>Layered architecture for organizing the code structure.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4. Testing</a:t>
            </a:r>
          </a:p>
          <a:p>
            <a:pPr marL="0" indent="0">
              <a:buNone/>
            </a:pPr>
            <a:r>
              <a:rPr lang="en-IN" dirty="0"/>
              <a:t>Unit testing is used to test  individual components of module of each microservice.</a:t>
            </a:r>
          </a:p>
          <a:p>
            <a:pPr marL="0" indent="0">
              <a:buNone/>
            </a:pPr>
            <a:r>
              <a:rPr lang="en-IN" dirty="0"/>
              <a:t>Integration testing is used to test communication between two services.</a:t>
            </a:r>
          </a:p>
          <a:p>
            <a:pPr marL="0" indent="0">
              <a:buNone/>
            </a:pPr>
            <a:r>
              <a:rPr lang="en-IN" dirty="0"/>
              <a:t>System Testing is used to test communication between frontend ,backend services and database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80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8AF6-A3C4-8CA8-2B7F-1E9BA6EC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Future Extension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96AD80-7430-357B-7D3F-119084EE48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034874"/>
            <a:ext cx="65267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payment gateway integration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Create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Wishlists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and convert to cart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AI-based recommendation system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reviews and ratings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development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deployment using AWS or Azure</a:t>
            </a:r>
          </a:p>
        </p:txBody>
      </p:sp>
    </p:spTree>
    <p:extLst>
      <p:ext uri="{BB962C8B-B14F-4D97-AF65-F5344CB8AC3E}">
        <p14:creationId xmlns:p14="http://schemas.microsoft.com/office/powerpoint/2010/main" val="419503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6C78-355F-B00E-0400-664CD1D5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/>
              <a:t>Experience / Lessons Learnt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E7E071-CE93-D1FA-3FA4-A3CFFD42D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4570" y="3102308"/>
            <a:ext cx="91278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Gained practical experience with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architecture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Learned how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 use REST APIs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Learned real-world frontend-backend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Improved debugging and problem-solving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Enhanced teamwork, communication, and project planning skills</a:t>
            </a:r>
          </a:p>
        </p:txBody>
      </p:sp>
    </p:spTree>
    <p:extLst>
      <p:ext uri="{BB962C8B-B14F-4D97-AF65-F5344CB8AC3E}">
        <p14:creationId xmlns:p14="http://schemas.microsoft.com/office/powerpoint/2010/main" val="146003608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{AC74DC3B-CC20-4A72-A069-6AAAEF943193}TFfb9a325e-b4a8-473d-b025-df086f5ae4937a5f077a-90802770140c</Template>
  <TotalTime>398</TotalTime>
  <Words>419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Gill Sans MT</vt:lpstr>
      <vt:lpstr>Parcel</vt:lpstr>
      <vt:lpstr>Blossom Beauty </vt:lpstr>
      <vt:lpstr>Project Overview </vt:lpstr>
      <vt:lpstr>Users and Use Cases</vt:lpstr>
      <vt:lpstr>PowerPoint Presentation</vt:lpstr>
      <vt:lpstr>Project Architecture</vt:lpstr>
      <vt:lpstr>Project Architecture</vt:lpstr>
      <vt:lpstr>Frontend Architecture</vt:lpstr>
      <vt:lpstr>Backend Architecture</vt:lpstr>
      <vt:lpstr>Role and Contribution</vt:lpstr>
      <vt:lpstr>Project Methodology</vt:lpstr>
      <vt:lpstr>PowerPoint Presentation</vt:lpstr>
      <vt:lpstr>Future Extension</vt:lpstr>
      <vt:lpstr>Experience / Lessons Learnt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Shanafatima Warsi</dc:creator>
  <cp:lastModifiedBy>Akanksha Gulekar</cp:lastModifiedBy>
  <cp:revision>19</cp:revision>
  <dcterms:created xsi:type="dcterms:W3CDTF">2026-02-02T09:33:37Z</dcterms:created>
  <dcterms:modified xsi:type="dcterms:W3CDTF">2026-02-04T06:56:44Z</dcterms:modified>
</cp:coreProperties>
</file>